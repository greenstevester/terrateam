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38225"/>
            <a:ext cx="762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4966" y="1304925"/>
            <a:ext cx="499391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Terrateam Behavioral</a:t>
            </a:r>
            <a:endParaRPr lang="en-US" sz="3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Report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108908" y="2428875"/>
            <a:ext cx="29260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2025 — February 2026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4274" y="3048000"/>
            <a:ext cx="10882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1,407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44274" y="3448050"/>
            <a:ext cx="1088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20037" y="3048000"/>
            <a:ext cx="10002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020037" y="3448050"/>
            <a:ext cx="10002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PRS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05908" y="3048000"/>
            <a:ext cx="1276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05908" y="3448050"/>
            <a:ext cx="12763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REWRITE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06" y="3048000"/>
            <a:ext cx="14395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63606" y="3448050"/>
            <a:ext cx="143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CYCLES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56805" y="3971925"/>
            <a:ext cx="2430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2026-02-19 from git history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20179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584150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50" y="825252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Terrateam Changed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7950" y="1380827"/>
            <a:ext cx="8127950" cy="751880"/>
          </a:xfrm>
          <a:prstGeom prst="rect">
            <a:avLst/>
          </a:prstGeom>
          <a:solidFill>
            <a:srgbClr val="17A2B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31763" y="1380827"/>
            <a:ext cx="0" cy="751880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726" y="1533227"/>
            <a:ext cx="782750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cause is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#978 — the "New-Age" Evaluator rewrite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6.5-month effort replaced the monolithic event evaluator with a dependency-graph-based architecture.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7950" y="2310408"/>
            <a:ext cx="8127950" cy="751880"/>
          </a:xfrm>
          <a:prstGeom prst="rect">
            <a:avLst/>
          </a:prstGeom>
          <a:solidFill>
            <a:srgbClr val="17A2B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31763" y="2310408"/>
            <a:ext cx="0" cy="751880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726" y="2462808"/>
            <a:ext cx="782750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deployed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5, 2026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suffered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rollback cycles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21 days, and became the stable default on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26, 2026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950" y="3239988"/>
            <a:ext cx="8127950" cy="751880"/>
          </a:xfrm>
          <a:prstGeom prst="rect">
            <a:avLst/>
          </a:prstGeom>
          <a:solidFill>
            <a:srgbClr val="17A2B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1763" y="3239988"/>
            <a:ext cx="0" cy="751880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726" y="3392388"/>
            <a:ext cx="7827505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database performance work landed alongside: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binary wire protocol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work manifest loading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 fairness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7950" y="4169569"/>
            <a:ext cx="2573834" cy="507802"/>
          </a:xfrm>
          <a:prstGeom prst="rect">
            <a:avLst/>
          </a:prstGeom>
          <a:solidFill>
            <a:srgbClr val="E74C3C">
              <a:alpha val="12000"/>
            </a:srgbClr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5176" y="4280595"/>
            <a:ext cx="2243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#978
</a:t>
            </a:r>
            <a:pPr algn="l" indent="0" marL="0">
              <a:buNone/>
            </a:pPr>
            <a:r>
              <a:rPr lang="en-US" sz="900" dirty="0">
                <a:solidFill>
                  <a:srgbClr val="AA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evaluator rewrite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84934" y="4169569"/>
            <a:ext cx="2573834" cy="507802"/>
          </a:xfrm>
          <a:prstGeom prst="rect">
            <a:avLst/>
          </a:prstGeom>
          <a:solidFill>
            <a:srgbClr val="F39C12">
              <a:alpha val="12000"/>
            </a:srgbClr>
          </a:solidFill>
          <a:ln w="9525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72160" y="4280595"/>
            <a:ext cx="2243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Performance PRs
</a:t>
            </a:r>
            <a:pPr algn="l" indent="0" marL="0">
              <a:buNone/>
            </a:pPr>
            <a:r>
              <a:rPr lang="en-US" sz="900" dirty="0">
                <a:solidFill>
                  <a:srgbClr val="AA8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#1084, #1085, #1123, #1130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61918" y="4169569"/>
            <a:ext cx="2573834" cy="507802"/>
          </a:xfrm>
          <a:prstGeom prst="rect">
            <a:avLst/>
          </a:prstGeom>
          <a:solidFill>
            <a:srgbClr val="17A2B8">
              <a:alpha val="12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49144" y="4280595"/>
            <a:ext cx="2243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Bug Fixes
</a:t>
            </a:r>
            <a:pPr algn="l" indent="0" marL="0">
              <a:buNone/>
            </a:pPr>
            <a:r>
              <a:rPr lang="en-US" sz="900" dirty="0">
                <a:solidFill>
                  <a:srgbClr val="55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Drift, status, YAML, base branch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OLD EVALUATOR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558701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50" y="749052"/>
            <a:ext cx="82905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7950" y="1301502"/>
            <a:ext cx="4572149" cy="1110555"/>
          </a:xfrm>
          <a:prstGeom prst="rect">
            <a:avLst/>
          </a:prstGeom>
          <a:solidFill>
            <a:srgbClr val="E74C3C">
              <a:alpha val="6000"/>
            </a:srgbClr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5176" y="1488728"/>
            <a:ext cx="4281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terrat_vcs_event_evaluator.ml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5176" y="1742629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8,156 lines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single file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5176" y="1983730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events, push events, drift detection — all in one module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7950" y="2564457"/>
            <a:ext cx="4572149" cy="1110555"/>
          </a:xfrm>
          <a:prstGeom prst="rect">
            <a:avLst/>
          </a:prstGeom>
          <a:solidFill>
            <a:srgbClr val="E74C3C">
              <a:alpha val="6000"/>
            </a:srgbClr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5176" y="2751683"/>
            <a:ext cx="4281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 Execution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5176" y="3005584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at a time, FIFO ordering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5176" y="3246686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function calls, no task graph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950" y="3827413"/>
            <a:ext cx="4572149" cy="1110555"/>
          </a:xfrm>
          <a:prstGeom prst="rect">
            <a:avLst/>
          </a:prstGeom>
          <a:solidFill>
            <a:srgbClr val="E74C3C">
              <a:alpha val="6000"/>
            </a:srgbClr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5176" y="4014639"/>
            <a:ext cx="4281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Connection Model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5176" y="4268539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connection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for entire operation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5176" y="4509641"/>
            <a:ext cx="428165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requests blocked until complete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34000" y="1301502"/>
            <a:ext cx="3301901" cy="720626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40186" y="1437977"/>
            <a:ext cx="30895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8,156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440186" y="1752302"/>
            <a:ext cx="3089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334000" y="2123629"/>
            <a:ext cx="3301901" cy="720626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40186" y="2260104"/>
            <a:ext cx="30895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40186" y="2574429"/>
            <a:ext cx="3089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34000" y="2945755"/>
            <a:ext cx="3301901" cy="720626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40186" y="3082230"/>
            <a:ext cx="30895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440186" y="3396555"/>
            <a:ext cx="3089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SLOTS (UNBOUNDED)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34000" y="3767882"/>
            <a:ext cx="3301901" cy="285750"/>
          </a:xfrm>
          <a:prstGeom prst="rect">
            <a:avLst/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60950" y="3844082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dependency tracking between tasks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34000" y="4104382"/>
            <a:ext cx="3301901" cy="285750"/>
          </a:xfrm>
          <a:prstGeom prst="rect">
            <a:avLst/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60950" y="4180582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 starvation under load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334000" y="4440882"/>
            <a:ext cx="3301901" cy="285750"/>
          </a:xfrm>
          <a:prstGeom prst="rect">
            <a:avLst/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60950" y="4517082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state in control flow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34000" y="4777383"/>
            <a:ext cx="3301901" cy="285750"/>
          </a:xfrm>
          <a:prstGeom prst="rect">
            <a:avLst/>
          </a:prstGeom>
          <a:solidFill>
            <a:srgbClr val="E74C3C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60950" y="4853583"/>
            <a:ext cx="3108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try/catch error handling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3901"/>
            <a:ext cx="8394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NEW EVALUATOR</a:t>
            </a:r>
            <a:endParaRPr lang="en-US" sz="10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8625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352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Dependency-Graph Architecture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961727"/>
            <a:ext cx="5283250" cy="814834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3675" y="1047452"/>
            <a:ext cx="51105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Buildsys (Build Systems a la Carte)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3675" y="1218902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heterogeneous maps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(Hmap)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3675" y="1376214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encode identity + result type at OCaml type level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3675" y="1533525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Compile-time guarantees on task dependencies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839962"/>
            <a:ext cx="5283250" cy="814834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3675" y="1925687"/>
            <a:ext cx="51105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 Suspendable Executor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3675" y="2097137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concurrent slots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suspend/resume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3675" y="2254448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yield slots during I/O blocking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93675" y="2411760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queue_time, running, suspended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2718197"/>
            <a:ext cx="5283250" cy="657523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3675" y="2803922"/>
            <a:ext cx="51105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 Composition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3675" y="2975372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state machines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tf_op, indexer, repo_tree, build_config, access_control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3675" y="3132683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error types + abort handling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3439120"/>
            <a:ext cx="5283250" cy="657523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3675" y="3524845"/>
            <a:ext cx="51105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Per-Transaction DB Connections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3675" y="3696295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per transaction, </a:t>
            </a:r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between ops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93675" y="3853607"/>
            <a:ext cx="51105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connection pool starvation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92850" y="961727"/>
            <a:ext cx="2793950" cy="469702"/>
          </a:xfrm>
          <a:prstGeom prst="rect">
            <a:avLst/>
          </a:prstGeom>
          <a:solidFill>
            <a:srgbClr val="17A2B8">
              <a:alpha val="8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939294" y="1034653"/>
            <a:ext cx="27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~357K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939294" y="1263253"/>
            <a:ext cx="27010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892850" y="1482179"/>
            <a:ext cx="2793950" cy="469702"/>
          </a:xfrm>
          <a:prstGeom prst="rect">
            <a:avLst/>
          </a:prstGeom>
          <a:solidFill>
            <a:srgbClr val="17A2B8">
              <a:alpha val="8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939294" y="1555105"/>
            <a:ext cx="27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39294" y="1783705"/>
            <a:ext cx="27010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892850" y="2002631"/>
            <a:ext cx="2793950" cy="469702"/>
          </a:xfrm>
          <a:prstGeom prst="rect">
            <a:avLst/>
          </a:prstGeom>
          <a:solidFill>
            <a:srgbClr val="17A2B8">
              <a:alpha val="8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939294" y="2075557"/>
            <a:ext cx="27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39294" y="2304157"/>
            <a:ext cx="27010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SLOTS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892850" y="2523083"/>
            <a:ext cx="2793950" cy="171450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969050" y="2561183"/>
            <a:ext cx="2694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task execution via dependency graph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892850" y="2719834"/>
            <a:ext cx="2793950" cy="171450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969050" y="2757934"/>
            <a:ext cx="2694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connection pool access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892850" y="2916585"/>
            <a:ext cx="2793950" cy="171450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969050" y="2954685"/>
            <a:ext cx="2694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state machines for lifecycle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892850" y="3113336"/>
            <a:ext cx="2793950" cy="171450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969050" y="3151436"/>
            <a:ext cx="2694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error types with context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892850" y="3310086"/>
            <a:ext cx="2793950" cy="171450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969050" y="3348186"/>
            <a:ext cx="26943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Suspend/resume on I/O blocking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TIMELINE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9800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047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Turbulent Rollout — 21 Days of Chaos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152376"/>
            <a:ext cx="914400" cy="542776"/>
          </a:xfrm>
          <a:prstGeom prst="rect">
            <a:avLst/>
          </a:prstGeom>
          <a:solidFill>
            <a:srgbClr val="17A2B8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1676102"/>
            <a:ext cx="914400" cy="0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38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5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38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38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#1066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71600" y="1152376"/>
            <a:ext cx="914400" cy="542776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371600" y="1676102"/>
            <a:ext cx="914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82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882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882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stomp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286000" y="1152376"/>
            <a:ext cx="914400" cy="542776"/>
          </a:xfrm>
          <a:prstGeom prst="rect">
            <a:avLst/>
          </a:prstGeom>
          <a:solidFill>
            <a:srgbClr val="17A2B8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286000" y="1676102"/>
            <a:ext cx="914400" cy="0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026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5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3026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3026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fix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200400" y="1152376"/>
            <a:ext cx="914400" cy="542776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200400" y="1676102"/>
            <a:ext cx="914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170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9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2170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170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114800" y="1152376"/>
            <a:ext cx="914400" cy="542776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114800" y="1676102"/>
            <a:ext cx="914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314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1314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1314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029200" y="1152376"/>
            <a:ext cx="914400" cy="542776"/>
          </a:xfrm>
          <a:prstGeom prst="rect">
            <a:avLst/>
          </a:prstGeom>
          <a:solidFill>
            <a:srgbClr val="17A2B8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029200" y="1676102"/>
            <a:ext cx="914400" cy="0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458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12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0458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458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fix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943600" y="1152376"/>
            <a:ext cx="914400" cy="542776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5943600" y="1676102"/>
            <a:ext cx="914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602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13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9602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9602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fix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858000" y="1152376"/>
            <a:ext cx="914400" cy="542776"/>
          </a:xfrm>
          <a:prstGeom prst="rect">
            <a:avLst/>
          </a:prstGeom>
          <a:solidFill>
            <a:srgbClr val="17A2B8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6858000" y="1676102"/>
            <a:ext cx="914400" cy="0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746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14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8746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8746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Rvrt rvrt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772400" y="1152376"/>
            <a:ext cx="914400" cy="542776"/>
          </a:xfrm>
          <a:prstGeom prst="rect">
            <a:avLst/>
          </a:prstGeom>
          <a:solidFill>
            <a:srgbClr val="27AE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7772400" y="1676102"/>
            <a:ext cx="91440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89063" y="1228576"/>
            <a:ext cx="881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26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7789063" y="1358652"/>
            <a:ext cx="8810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789063" y="1485602"/>
            <a:ext cx="8810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Stable!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457200" y="1872853"/>
            <a:ext cx="83941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 of Instability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57200" y="2145804"/>
            <a:ext cx="1544389" cy="915442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9"/>
          <p:cNvSpPr/>
          <p:nvPr/>
        </p:nvSpPr>
        <p:spPr>
          <a:xfrm>
            <a:off x="457200" y="2155329"/>
            <a:ext cx="1544389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58701" y="2266355"/>
            <a:ext cx="13682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Connection Stomping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58701" y="2408634"/>
            <a:ext cx="1368216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evaluator held connections across multiple transactions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58701" y="2835473"/>
            <a:ext cx="136821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e2e678fb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2128540" y="2145804"/>
            <a:ext cx="1544389" cy="915442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2128540" y="2155329"/>
            <a:ext cx="1544389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230041" y="2266355"/>
            <a:ext cx="13682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Deadlocks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230041" y="2408634"/>
            <a:ext cx="136821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pool access caused deadlocks under load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2230041" y="2693194"/>
            <a:ext cx="136821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4f7a6063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3799880" y="2145804"/>
            <a:ext cx="1544389" cy="915442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59"/>
          <p:cNvSpPr/>
          <p:nvPr/>
        </p:nvSpPr>
        <p:spPr>
          <a:xfrm>
            <a:off x="3799880" y="2155329"/>
            <a:ext cx="1544389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901380" y="2266355"/>
            <a:ext cx="13682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901380" y="2408634"/>
            <a:ext cx="1368216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errors + OCaml exceptions not handled together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901380" y="2835473"/>
            <a:ext cx="136821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28bf0f4c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5471220" y="2145804"/>
            <a:ext cx="1544389" cy="915442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4"/>
          <p:cNvSpPr/>
          <p:nvPr/>
        </p:nvSpPr>
        <p:spPr>
          <a:xfrm>
            <a:off x="5471220" y="2155329"/>
            <a:ext cx="1544389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572720" y="2266355"/>
            <a:ext cx="13682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Routing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5572720" y="2408634"/>
            <a:ext cx="136821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evaluator needed to handle old work manifests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572720" y="2693194"/>
            <a:ext cx="136821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c9aab07d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7142559" y="2145804"/>
            <a:ext cx="1544389" cy="915442"/>
          </a:xfrm>
          <a:prstGeom prst="rect">
            <a:avLst/>
          </a:prstGeom>
          <a:solidFill>
            <a:srgbClr val="E74C3C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9"/>
          <p:cNvSpPr/>
          <p:nvPr/>
        </p:nvSpPr>
        <p:spPr>
          <a:xfrm>
            <a:off x="7142559" y="2155329"/>
            <a:ext cx="1544389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244060" y="2266355"/>
            <a:ext cx="13682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Conflicts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7244060" y="2408634"/>
            <a:ext cx="136821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mode checks conflicting with new execution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244060" y="2693194"/>
            <a:ext cx="136821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51d39d70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558701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50" y="749052"/>
            <a:ext cx="82905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User-Visible Behavioral Changes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76052"/>
          <a:ext cx="8127950" cy="3682901"/>
        </p:xfrm>
        <a:graphic>
          <a:graphicData uri="http://schemas.openxmlformats.org/drawingml/2006/table">
            <a:tbl>
              <a:tblPr/>
              <a:tblGrid>
                <a:gridCol w="1788149"/>
                <a:gridCol w="3169901"/>
                <a:gridCol w="3169901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Behavior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(Old)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(New)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Concurrent 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Sequential within installation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Up to 20 parallel tasks with suspend/resume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DB Connections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Held for entire operation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Per-transaction, released between 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Operation Order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FIFO within installation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Dependency-graph ordered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Error Messages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Generic errors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Structured error types with context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Drift Scheduling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Inferred from work manifests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Explicit last_tried_at DB column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Checks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Always created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Skipped for disabled repos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Large Runs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7C4"/>
                          </a:solidFill>
                        </a:rPr>
                        <a:t>Slower (sequential queries)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Faster (bulk loading, parallel)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03150"/>
            <a:ext cx="86014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PERFORMANCE</a:t>
            </a:r>
            <a:endParaRPr lang="en-US" sz="9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0" y="393650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550" y="533251"/>
            <a:ext cx="86014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Major Performance Improvements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5550" y="847576"/>
            <a:ext cx="4349502" cy="938957"/>
          </a:xfrm>
          <a:prstGeom prst="rect">
            <a:avLst/>
          </a:prstGeom>
          <a:solidFill>
            <a:srgbClr val="17A2B8">
              <a:alpha val="4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6576" y="933301"/>
            <a:ext cx="42099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Binary Wire Protocol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66576" y="1060252"/>
            <a:ext cx="4209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#1123 — 25 files, +2,170/-549 lines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66576" y="1180802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from </a:t>
            </a:r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encoding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format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66576" y="1291828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int32: string "42" to 4-byte big-endian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6576" y="1402854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modules updated across both VCS providers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576" y="1539180"/>
            <a:ext cx="4127450" cy="161627"/>
          </a:xfrm>
          <a:prstGeom prst="rect">
            <a:avLst/>
          </a:prstGeom>
          <a:solidFill>
            <a:srgbClr val="27AE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7327" y="1564481"/>
            <a:ext cx="410646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 faster encode/decode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55550" y="1862733"/>
            <a:ext cx="4349502" cy="938957"/>
          </a:xfrm>
          <a:prstGeom prst="rect">
            <a:avLst/>
          </a:prstGeom>
          <a:solidFill>
            <a:srgbClr val="17A2B8">
              <a:alpha val="4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6576" y="1948458"/>
            <a:ext cx="42099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Work Manifest Loading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6576" y="2075408"/>
            <a:ext cx="4209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#1130 — 20 files, +731/-404 lines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66576" y="2195959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</a:t>
            </a:r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queries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ANY() batch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66576" y="2306985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new batch SQL queries (6 per VCS)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66576" y="2418011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manifests: 100 round-trips to 1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6576" y="2554337"/>
            <a:ext cx="4127450" cy="161627"/>
          </a:xfrm>
          <a:prstGeom prst="rect">
            <a:avLst/>
          </a:prstGeom>
          <a:solidFill>
            <a:srgbClr val="27AE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7327" y="2579638"/>
            <a:ext cx="410646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to O(1) database queries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55550" y="2877889"/>
            <a:ext cx="4349502" cy="938957"/>
          </a:xfrm>
          <a:prstGeom prst="rect">
            <a:avLst/>
          </a:prstGeom>
          <a:solidFill>
            <a:srgbClr val="17A2B8">
              <a:alpha val="4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66576" y="2963614"/>
            <a:ext cx="42099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 Fairness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6576" y="3090565"/>
            <a:ext cx="4209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#1084 — 1 file, +375/-158 lines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66576" y="3211116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Per-transaction</a:t>
            </a:r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acquire/release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66576" y="3322141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released between transactions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66576" y="3433167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requests can interleave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66576" y="3569494"/>
            <a:ext cx="4127450" cy="161627"/>
          </a:xfrm>
          <a:prstGeom prst="rect">
            <a:avLst/>
          </a:prstGeom>
          <a:solidFill>
            <a:srgbClr val="27AE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7327" y="3594795"/>
            <a:ext cx="410646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 tail latency reduction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55550" y="3893046"/>
            <a:ext cx="4349502" cy="938957"/>
          </a:xfrm>
          <a:prstGeom prst="rect">
            <a:avLst/>
          </a:prstGeom>
          <a:solidFill>
            <a:srgbClr val="17A2B8">
              <a:alpha val="4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6576" y="3978771"/>
            <a:ext cx="42099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 Fix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6576" y="4105721"/>
            <a:ext cx="42099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#1085 — 2 files, +2/-2 lines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6576" y="4226272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missing </a:t>
            </a:r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CC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context_id filter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66576" y="4337298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table scan to indexed lookup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66576" y="4448324"/>
            <a:ext cx="420999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to O(log n) query performance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6576" y="4584650"/>
            <a:ext cx="4127450" cy="161627"/>
          </a:xfrm>
          <a:prstGeom prst="rect">
            <a:avLst/>
          </a:prstGeom>
          <a:solidFill>
            <a:srgbClr val="27AE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7327" y="4609951"/>
            <a:ext cx="4106469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20-100x faster in large installs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9800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047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Fixes Affecting Behavior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152376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76250" y="1152376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2250" y="127932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Base Branch Handling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2250" y="1472952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#1118, #1121 — Jan 29-30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2250" y="1628477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Cached base_ref could be stale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2250" y="1768078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Always fetches current branch SHA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441502" y="1152376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60552" y="1152376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06552" y="127932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Detection Overhaul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06552" y="1472952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#719, #1106, #1113 — Jan 22-28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606552" y="1628477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Expensive table scan, race conditions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06552" y="1768078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Dedicated column, SKIP LOCKED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2161729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6250" y="2161729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250" y="2288679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Check Fixes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2250" y="2482304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#1108, #1109 — Jan 23-25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2250" y="2637830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Hanging checks, disabled repo noise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2250" y="2777430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Checks complete, repos respected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441502" y="2161729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460552" y="2161729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06552" y="2288679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Anchor Merging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06552" y="2482304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#1029, #1030 — Dec 2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06552" y="2637830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Anchors silently broke config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06552" y="2777430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Correct YAML anchor resolution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3171081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6250" y="3171081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2250" y="329803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VCS Comment Query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2250" y="3491657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#975, #983 — Nov 13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22250" y="3647182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Commands missed or misrouted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2250" y="3786783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Correct comment matching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441502" y="3171081"/>
            <a:ext cx="2831902" cy="856952"/>
          </a:xfrm>
          <a:prstGeom prst="rect">
            <a:avLst/>
          </a:prstGeom>
          <a:solidFill>
            <a:srgbClr val="E74C3C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3460552" y="3171081"/>
            <a:ext cx="0" cy="8569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06552" y="329803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Error Reporting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06552" y="3491657"/>
            <a:ext cx="25906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#597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606552" y="3647182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C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Invalid config silently ignored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606552" y="3786783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Error posted to PR immediately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9800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047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Since October 2025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177677"/>
            <a:ext cx="2184202" cy="95577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1187202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4150" y="1298228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Store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4150" y="1469678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#889 — Oct-Nov 2025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4150" y="1635919"/>
            <a:ext cx="1968907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key-value store with namespaced keys and row-level access control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68352" y="1177677"/>
            <a:ext cx="2184202" cy="95577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768352" y="1187202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95302" y="1298228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Terragrunt Config Builder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95302" y="1469678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#1020 — Dec 2025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895302" y="1635919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Auto-discovers terragrunt.hcl files and generates dependency graphs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79504" y="1177677"/>
            <a:ext cx="2184202" cy="95577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79504" y="1187202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06454" y="1298228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Colored Plan Diff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06454" y="1469678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#987 — Nov 2025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206454" y="1635919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outputs show colored diff highlighting in the Iris web UI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2260402"/>
            <a:ext cx="2184202" cy="82376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57200" y="2269927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4150" y="2380952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Stacks UI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4150" y="2552402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#892+ — Nov-Jan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84150" y="2718643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Stacks screen with expandable PRs and performance optimizations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768352" y="2260402"/>
            <a:ext cx="2184202" cy="82376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2768352" y="2269927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95302" y="2380952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Improvements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895302" y="2552402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#999+ — Dec 2025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895302" y="2718643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admin requirements, templates, and inputs integration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79504" y="2260402"/>
            <a:ext cx="2184202" cy="82376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079504" y="2269927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06454" y="2380952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API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206454" y="2552402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#995 — Nov 2025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206454" y="2718643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endpoint for installation-level configuration management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" y="3211116"/>
            <a:ext cx="2184202" cy="82376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57200" y="3220641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4150" y="3331666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Library (SLN)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84150" y="3503116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#1119 — Feb 2026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84150" y="3669357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library with Sln_set and Sln_map data structures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768352" y="3211116"/>
            <a:ext cx="2184202" cy="823764"/>
          </a:xfrm>
          <a:prstGeom prst="rect">
            <a:avLst/>
          </a:prstGeom>
          <a:solidFill>
            <a:srgbClr val="27AE60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2768352" y="3220641"/>
            <a:ext cx="2184202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895302" y="3331666"/>
            <a:ext cx="1968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Port Customization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895302" y="3503116"/>
            <a:ext cx="196890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5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#1134 — Feb 2026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895302" y="3669357"/>
            <a:ext cx="196890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port now configurable for non-standard setups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TIMELINE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4499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79400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2025 — February 2026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01626"/>
          <a:ext cx="8229600" cy="3936950"/>
        </p:xfrm>
        <a:graphic>
          <a:graphicData uri="http://schemas.openxmlformats.org/drawingml/2006/table">
            <a:tbl>
              <a:tblPr/>
              <a:tblGrid>
                <a:gridCol w="1234440"/>
                <a:gridCol w="5349240"/>
                <a:gridCol w="1645920"/>
              </a:tblGrid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Oct 11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KV Store Phase 1 &amp; 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Feature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Nov 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Iris Stacks Screen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Feature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Nov 13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VCS Comment Query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Bug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Nov 14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Colored Plan Diff + Settings API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Feature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Dec 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YAML Anchor Merge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Bug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Dec 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Terragrunt Config Builder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Feature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Dec 23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GitLab Admin Requirements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Feature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</a:rPr>
                        <a:t>Jan 5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39C12"/>
                          </a:solidFill>
                        </a:rPr>
                        <a:t>EVALUATOR v2 DEPLOYED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F39C12"/>
                          </a:solidFill>
                        </a:rPr>
                        <a:t>Deploy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Jan 5-14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6 ROLLBACK CYCLES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Rollback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Jan 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Connection Pool Fairness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7A2B8"/>
                          </a:solidFill>
                        </a:rPr>
                        <a:t>Perf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Jan 22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Drift Schedule Tracking in DB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Bug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Jan 26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EVALUATOR v2 MADE DEFAULT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27AE60"/>
                          </a:solidFill>
                        </a:rPr>
                        <a:t>Stable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Jan 29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PR Base Branch Handling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Bug Fix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Feb 2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PostgreSQL Binary Wire Protocol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7A2B8"/>
                          </a:solidFill>
                        </a:rPr>
                        <a:t>Perf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  <a:tr h="2386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Feb 11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AB7C4"/>
                          </a:solidFill>
                        </a:rPr>
                        <a:t>Bulk Load + Binary Format Merge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7A2B8"/>
                          </a:solidFill>
                        </a:rPr>
                        <a:t>Perf</a:t>
                      </a:r>
                      <a:endParaRPr lang="en-US" sz="7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0890" y="279350"/>
            <a:ext cx="1642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100" dirty="0"/>
          </a:p>
        </p:txBody>
      </p:sp>
      <p:pic>
        <p:nvPicPr>
          <p:cNvPr id="3" name="Image 0" descr="/Users/stevengreensill/dev/git-repos/github/avaloq/terrateam/terrateam/pptx-workspace/slides/accent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50" y="482501"/>
            <a:ext cx="507950" cy="25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30617" y="685502"/>
            <a:ext cx="2882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Statistics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20825" y="1212503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64335" y="1425178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1,407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264335" y="1875979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COMMITS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89275" y="1212503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32786" y="1425178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32786" y="1875979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PRS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57726" y="1212503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1237" y="1425178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01237" y="1875979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#978 COMMITS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0825" y="2425154"/>
            <a:ext cx="2165300" cy="1009501"/>
          </a:xfrm>
          <a:prstGeom prst="rect">
            <a:avLst/>
          </a:prstGeom>
          <a:solidFill>
            <a:srgbClr val="E74C3C">
              <a:alpha val="6000"/>
            </a:srgbClr>
          </a:solidFill>
          <a:ln w="952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64335" y="2637830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264335" y="3088630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 COMMITS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89275" y="2425154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632786" y="2637830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632786" y="3088630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DEV TIME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7726" y="2425154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01237" y="2637830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8,156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001237" y="3088630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EVALUATOR LINES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05050" y="3637806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48560" y="3850481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~357K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2448560" y="4301282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EVALUATOR LINES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73501" y="3637806"/>
            <a:ext cx="2165300" cy="1009501"/>
          </a:xfrm>
          <a:prstGeom prst="rect">
            <a:avLst/>
          </a:prstGeom>
          <a:solidFill>
            <a:srgbClr val="17A2B8">
              <a:alpha val="6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17011" y="3850481"/>
            <a:ext cx="1878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4817011" y="4301282"/>
            <a:ext cx="187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414099" y="4901208"/>
            <a:ext cx="4315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commit SHAs verified against main branch — generated from git history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Terrateam Behavioral Changes Report</dc:title>
  <dc:subject>Investigation of behavioral changes Jan 2025 - Feb 2026</dc:subject>
  <dc:creator>Claude Code</dc:creator>
  <cp:lastModifiedBy>Claude Code</cp:lastModifiedBy>
  <cp:revision>1</cp:revision>
  <dcterms:created xsi:type="dcterms:W3CDTF">2026-02-19T08:00:24Z</dcterms:created>
  <dcterms:modified xsi:type="dcterms:W3CDTF">2026-02-19T08:00:24Z</dcterms:modified>
</cp:coreProperties>
</file>